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ED3AC7F-5515-45F9-BD92-DDED1F0A0CA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497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518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32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984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562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32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459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495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896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48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84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0059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1065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882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062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573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02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3E0D4EB-9E5F-4110-B4F4-FBD68AEA646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20DD3-E689-4D1F-BF35-76EF9E7C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403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Pizza Sales Analysis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i="1" dirty="0" smtClean="0">
                <a:solidFill>
                  <a:schemeClr val="bg1"/>
                </a:solidFill>
              </a:rPr>
              <a:t>SQL </a:t>
            </a:r>
            <a:r>
              <a:rPr lang="en-IN" sz="2400" b="1" i="1" dirty="0">
                <a:solidFill>
                  <a:schemeClr val="bg1"/>
                </a:solidFill>
              </a:rPr>
              <a:t>Data Analysis </a:t>
            </a:r>
            <a:r>
              <a:rPr lang="en-IN" sz="2400" b="1" i="1" dirty="0" smtClean="0">
                <a:solidFill>
                  <a:schemeClr val="bg1"/>
                </a:solidFill>
              </a:rPr>
              <a:t>Project</a:t>
            </a:r>
          </a:p>
          <a:p>
            <a:r>
              <a:rPr lang="en-IN" sz="2400" b="1" i="1" dirty="0" smtClean="0">
                <a:solidFill>
                  <a:schemeClr val="bg1"/>
                </a:solidFill>
              </a:rPr>
              <a:t>Tools Used</a:t>
            </a:r>
          </a:p>
          <a:p>
            <a:r>
              <a:rPr lang="en-IN" sz="2400" b="1" i="1" dirty="0" smtClean="0">
                <a:solidFill>
                  <a:schemeClr val="bg1"/>
                </a:solidFill>
              </a:rPr>
              <a:t>SQL</a:t>
            </a:r>
          </a:p>
          <a:p>
            <a:endParaRPr lang="en-IN" sz="2400" b="1" i="1" dirty="0">
              <a:solidFill>
                <a:schemeClr val="bg1"/>
              </a:solidFill>
            </a:endParaRPr>
          </a:p>
          <a:p>
            <a:endParaRPr lang="en-IN" sz="2400" b="1" i="1" dirty="0" smtClean="0">
              <a:solidFill>
                <a:schemeClr val="bg1"/>
              </a:solidFill>
            </a:endParaRPr>
          </a:p>
          <a:p>
            <a:endParaRPr lang="en-IN" sz="2400" b="1" i="1" dirty="0">
              <a:solidFill>
                <a:schemeClr val="bg1"/>
              </a:solidFill>
            </a:endParaRPr>
          </a:p>
          <a:p>
            <a:r>
              <a:rPr lang="en-IN" sz="1600" b="1" i="1" dirty="0" smtClean="0">
                <a:solidFill>
                  <a:schemeClr val="bg1"/>
                </a:solidFill>
              </a:rPr>
              <a:t>By </a:t>
            </a:r>
            <a:r>
              <a:rPr lang="en-IN" sz="1600" b="1" i="1" dirty="0" err="1" smtClean="0">
                <a:solidFill>
                  <a:schemeClr val="bg1"/>
                </a:solidFill>
              </a:rPr>
              <a:t>Abhay</a:t>
            </a:r>
            <a:r>
              <a:rPr lang="en-IN" sz="1600" b="1" i="1" dirty="0" smtClean="0">
                <a:solidFill>
                  <a:schemeClr val="bg1"/>
                </a:solidFill>
              </a:rPr>
              <a:t> Yadav</a:t>
            </a:r>
            <a:endParaRPr lang="en-IN" sz="1600" b="1" i="1" dirty="0">
              <a:solidFill>
                <a:schemeClr val="bg1"/>
              </a:solidFill>
            </a:endParaRPr>
          </a:p>
        </p:txBody>
      </p:sp>
      <p:pic>
        <p:nvPicPr>
          <p:cNvPr id="5" name="Picture 4" descr="&lt;strong&gt;Pizza&lt;/strong&gt; PNG Transparent Images | PNG All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593" y="1450731"/>
            <a:ext cx="5165260" cy="441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5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54015" y="1846384"/>
            <a:ext cx="8626598" cy="1582615"/>
          </a:xfrm>
        </p:spPr>
        <p:txBody>
          <a:bodyPr/>
          <a:lstStyle/>
          <a:p>
            <a:r>
              <a:rPr lang="en-IN" sz="4000" b="1" dirty="0">
                <a:solidFill>
                  <a:srgbClr val="FF0000"/>
                </a:solidFill>
              </a:rPr>
              <a:t>Project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1354015" y="3057525"/>
            <a:ext cx="9191624" cy="3486150"/>
          </a:xfrm>
        </p:spPr>
        <p:txBody>
          <a:bodyPr>
            <a:normAutofit fontScale="70000" lnSpcReduction="20000"/>
          </a:bodyPr>
          <a:lstStyle/>
          <a:p>
            <a:r>
              <a:rPr lang="en-IN" sz="2100" b="1" dirty="0" smtClean="0"/>
              <a:t>Objective</a:t>
            </a:r>
            <a:endParaRPr lang="en-IN" sz="21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/>
                </a:solidFill>
              </a:rPr>
              <a:t>Analyze pizza sales data to identify revenue patterns and </a:t>
            </a:r>
            <a:r>
              <a:rPr lang="en-US" dirty="0" smtClean="0">
                <a:solidFill>
                  <a:schemeClr val="tx2"/>
                </a:solidFill>
              </a:rPr>
              <a:t>customer behavior</a:t>
            </a:r>
          </a:p>
          <a:p>
            <a:r>
              <a:rPr lang="en-IN" sz="2300" dirty="0"/>
              <a:t>Dataset </a:t>
            </a:r>
            <a:r>
              <a:rPr lang="en-IN" sz="2300" dirty="0" smtClean="0"/>
              <a:t>Used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chemeClr val="tx2"/>
                </a:solidFill>
              </a:rPr>
              <a:t>Orders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2"/>
                </a:solidFill>
              </a:rPr>
              <a:t>Order </a:t>
            </a:r>
            <a:r>
              <a:rPr lang="en-IN" dirty="0" smtClean="0">
                <a:solidFill>
                  <a:schemeClr val="tx2"/>
                </a:solidFill>
              </a:rPr>
              <a:t>Details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chemeClr val="tx2"/>
                </a:solidFill>
              </a:rPr>
              <a:t>Pizzas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2"/>
                </a:solidFill>
              </a:rPr>
              <a:t>Pizza </a:t>
            </a:r>
            <a:r>
              <a:rPr lang="en-IN" dirty="0" smtClean="0">
                <a:solidFill>
                  <a:schemeClr val="tx2"/>
                </a:solidFill>
              </a:rPr>
              <a:t>Types</a:t>
            </a:r>
          </a:p>
          <a:p>
            <a:r>
              <a:rPr lang="en-IN" sz="2300" dirty="0"/>
              <a:t>Key Focus </a:t>
            </a:r>
            <a:r>
              <a:rPr lang="en-IN" sz="2300" dirty="0" smtClean="0"/>
              <a:t>Areas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2"/>
                </a:solidFill>
              </a:rPr>
              <a:t>Revenue </a:t>
            </a:r>
            <a:r>
              <a:rPr lang="en-IN" sz="2400" dirty="0" smtClean="0">
                <a:solidFill>
                  <a:schemeClr val="tx2"/>
                </a:solidFill>
              </a:rPr>
              <a:t>analysis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2"/>
                </a:solidFill>
              </a:rPr>
              <a:t>Top-performing </a:t>
            </a:r>
            <a:r>
              <a:rPr lang="en-IN" sz="2400" dirty="0" smtClean="0">
                <a:solidFill>
                  <a:schemeClr val="tx2"/>
                </a:solidFill>
              </a:rPr>
              <a:t>pizzas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2"/>
                </a:solidFill>
              </a:rPr>
              <a:t>Time-based trends</a:t>
            </a:r>
            <a:endParaRPr lang="en-IN" sz="2300" dirty="0" smtClean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4144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551021" cy="1000125"/>
          </a:xfrm>
        </p:spPr>
        <p:txBody>
          <a:bodyPr/>
          <a:lstStyle/>
          <a:p>
            <a:r>
              <a:rPr lang="en-IN" sz="3600" dirty="0">
                <a:solidFill>
                  <a:srgbClr val="FF0000"/>
                </a:solidFill>
              </a:rPr>
              <a:t>Tools &amp; SQL Concepts Used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1017634" y="2295524"/>
            <a:ext cx="8825659" cy="3276601"/>
          </a:xfrm>
        </p:spPr>
        <p:txBody>
          <a:bodyPr>
            <a:normAutofit/>
          </a:bodyPr>
          <a:lstStyle/>
          <a:p>
            <a:r>
              <a:rPr lang="en-IN" dirty="0"/>
              <a:t>Tool </a:t>
            </a:r>
            <a:r>
              <a:rPr lang="en-IN" dirty="0" smtClean="0"/>
              <a:t>Used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tx2"/>
                </a:solidFill>
              </a:rPr>
              <a:t>SQL</a:t>
            </a:r>
          </a:p>
          <a:p>
            <a:r>
              <a:rPr lang="en-IN" dirty="0"/>
              <a:t>SQL Concepts </a:t>
            </a:r>
            <a:r>
              <a:rPr lang="en-IN" dirty="0" smtClean="0"/>
              <a:t>Applied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dirty="0" smtClean="0">
                <a:solidFill>
                  <a:schemeClr val="tx2"/>
                </a:solidFill>
              </a:rPr>
              <a:t>Joins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dirty="0" smtClean="0">
                <a:solidFill>
                  <a:schemeClr val="tx2"/>
                </a:solidFill>
              </a:rPr>
              <a:t> </a:t>
            </a:r>
            <a:r>
              <a:rPr lang="en-US" sz="1700" dirty="0">
                <a:solidFill>
                  <a:schemeClr val="tx2"/>
                </a:solidFill>
              </a:rPr>
              <a:t>Aggregate Functions (SUM, COUNT, AVG</a:t>
            </a:r>
            <a:r>
              <a:rPr lang="en-US" sz="1700" dirty="0" smtClean="0">
                <a:solidFill>
                  <a:schemeClr val="tx2"/>
                </a:solidFill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dirty="0" smtClean="0">
                <a:solidFill>
                  <a:schemeClr val="tx2"/>
                </a:solidFill>
              </a:rPr>
              <a:t> </a:t>
            </a:r>
            <a:r>
              <a:rPr lang="en-US" sz="1700" dirty="0">
                <a:solidFill>
                  <a:schemeClr val="tx2"/>
                </a:solidFill>
              </a:rPr>
              <a:t>GROUP BY and ORDER </a:t>
            </a:r>
            <a:r>
              <a:rPr lang="en-US" sz="1700" dirty="0" smtClean="0">
                <a:solidFill>
                  <a:schemeClr val="tx2"/>
                </a:solidFill>
              </a:rPr>
              <a:t>BY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dirty="0" smtClean="0">
                <a:solidFill>
                  <a:schemeClr val="tx2"/>
                </a:solidFill>
              </a:rPr>
              <a:t> CTE</a:t>
            </a:r>
          </a:p>
          <a:p>
            <a:r>
              <a:rPr lang="en-IN" sz="2300" dirty="0"/>
              <a:t>Window Functions</a:t>
            </a:r>
          </a:p>
        </p:txBody>
      </p:sp>
    </p:spTree>
    <p:extLst>
      <p:ext uri="{BB962C8B-B14F-4D97-AF65-F5344CB8AC3E}">
        <p14:creationId xmlns:p14="http://schemas.microsoft.com/office/powerpoint/2010/main" val="68975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solidFill>
                  <a:srgbClr val="FF0000"/>
                </a:solidFill>
              </a:rPr>
              <a:t>Total </a:t>
            </a:r>
            <a:r>
              <a:rPr lang="en-IN" sz="4000" dirty="0" smtClean="0">
                <a:solidFill>
                  <a:srgbClr val="FF0000"/>
                </a:solidFill>
              </a:rPr>
              <a:t>Orders</a:t>
            </a:r>
            <a:r>
              <a:rPr lang="en-IN" sz="4000" dirty="0">
                <a:solidFill>
                  <a:srgbClr val="FF0000"/>
                </a:solidFill>
              </a:rPr>
              <a:t/>
            </a:r>
            <a:br>
              <a:rPr lang="en-IN" sz="4000" dirty="0">
                <a:solidFill>
                  <a:srgbClr val="FF0000"/>
                </a:solidFill>
              </a:rPr>
            </a:br>
            <a:r>
              <a:rPr lang="en-IN" sz="2800" dirty="0">
                <a:solidFill>
                  <a:schemeClr val="tx1"/>
                </a:solidFill>
              </a:rPr>
              <a:t>Question</a:t>
            </a:r>
            <a:r>
              <a:rPr lang="en-IN" sz="2800" dirty="0" smtClean="0">
                <a:solidFill>
                  <a:schemeClr val="tx1"/>
                </a:solidFill>
              </a:rPr>
              <a:t>:</a:t>
            </a:r>
            <a:br>
              <a:rPr lang="en-IN" sz="2800" dirty="0" smtClean="0">
                <a:solidFill>
                  <a:schemeClr val="tx1"/>
                </a:solidFill>
              </a:rPr>
            </a:br>
            <a:r>
              <a:rPr lang="en-US" sz="2800" dirty="0"/>
              <a:t>What is the total number of orders placed?</a:t>
            </a:r>
            <a:endParaRPr lang="en-IN" sz="28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Input:</a:t>
            </a:r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2505075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 smtClean="0"/>
              <a:t>Output:</a:t>
            </a:r>
            <a:endParaRPr lang="en-IN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495" y="2481262"/>
            <a:ext cx="2488524" cy="1061282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2" y="2533014"/>
            <a:ext cx="4396339" cy="248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5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1" y="215662"/>
            <a:ext cx="9404723" cy="1400530"/>
          </a:xfrm>
        </p:spPr>
        <p:txBody>
          <a:bodyPr/>
          <a:lstStyle/>
          <a:p>
            <a:r>
              <a:rPr lang="en-IN" sz="4000" dirty="0">
                <a:solidFill>
                  <a:srgbClr val="FF0000"/>
                </a:solidFill>
              </a:rPr>
              <a:t>Total </a:t>
            </a:r>
            <a:r>
              <a:rPr lang="en-IN" sz="4000" dirty="0" smtClean="0">
                <a:solidFill>
                  <a:srgbClr val="FF0000"/>
                </a:solidFill>
              </a:rPr>
              <a:t>Revenue</a:t>
            </a:r>
            <a:r>
              <a:rPr lang="en-IN" sz="4000" dirty="0">
                <a:solidFill>
                  <a:srgbClr val="FF0000"/>
                </a:solidFill>
              </a:rPr>
              <a:t/>
            </a:r>
            <a:br>
              <a:rPr lang="en-IN" sz="4000" dirty="0">
                <a:solidFill>
                  <a:srgbClr val="FF0000"/>
                </a:solidFill>
              </a:rPr>
            </a:br>
            <a:r>
              <a:rPr lang="en-IN" sz="2800" dirty="0">
                <a:solidFill>
                  <a:schemeClr val="tx1"/>
                </a:solidFill>
              </a:rPr>
              <a:t>Question</a:t>
            </a:r>
            <a:r>
              <a:rPr lang="en-IN" sz="2800" dirty="0" smtClean="0">
                <a:solidFill>
                  <a:schemeClr val="tx1"/>
                </a:solidFill>
              </a:rPr>
              <a:t>:</a:t>
            </a:r>
            <a:r>
              <a:rPr lang="en-IN" sz="2800" dirty="0">
                <a:solidFill>
                  <a:schemeClr val="tx1"/>
                </a:solidFill>
              </a:rPr>
              <a:t/>
            </a:r>
            <a:br>
              <a:rPr lang="en-IN" sz="2800" dirty="0">
                <a:solidFill>
                  <a:schemeClr val="tx1"/>
                </a:solidFill>
              </a:rPr>
            </a:br>
            <a:r>
              <a:rPr lang="en-US" sz="2800" dirty="0"/>
              <a:t>What is the total revenue generated from pizza sales?</a:t>
            </a:r>
            <a:endParaRPr lang="en-IN" sz="2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055322" y="2104349"/>
            <a:ext cx="4396338" cy="576262"/>
          </a:xfrm>
        </p:spPr>
        <p:txBody>
          <a:bodyPr/>
          <a:lstStyle/>
          <a:p>
            <a:r>
              <a:rPr lang="en-IN" dirty="0" smtClean="0"/>
              <a:t>Input: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028333" y="2770070"/>
            <a:ext cx="4423327" cy="189638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5685029" y="2067719"/>
            <a:ext cx="4396339" cy="576262"/>
          </a:xfrm>
        </p:spPr>
        <p:txBody>
          <a:bodyPr/>
          <a:lstStyle/>
          <a:p>
            <a:r>
              <a:rPr lang="en-IN" dirty="0" smtClean="0"/>
              <a:t>Output:</a:t>
            </a:r>
            <a:endParaRPr lang="en-IN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029" y="2770070"/>
            <a:ext cx="2906521" cy="1050164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27" y="2770070"/>
            <a:ext cx="4423327" cy="189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3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solidFill>
                  <a:srgbClr val="FF0000"/>
                </a:solidFill>
              </a:rPr>
              <a:t>Most Common Pizza </a:t>
            </a:r>
            <a:r>
              <a:rPr lang="en-IN" sz="4000" dirty="0" smtClean="0">
                <a:solidFill>
                  <a:srgbClr val="FF0000"/>
                </a:solidFill>
              </a:rPr>
              <a:t>Size</a:t>
            </a:r>
            <a:br>
              <a:rPr lang="en-IN" sz="4000" dirty="0" smtClean="0">
                <a:solidFill>
                  <a:srgbClr val="FF0000"/>
                </a:solidFill>
              </a:rPr>
            </a:br>
            <a:r>
              <a:rPr lang="en-IN" sz="2800" dirty="0">
                <a:solidFill>
                  <a:schemeClr val="tx1"/>
                </a:solidFill>
              </a:rPr>
              <a:t>Question</a:t>
            </a:r>
            <a:r>
              <a:rPr lang="en-IN" sz="2800" dirty="0" smtClean="0">
                <a:solidFill>
                  <a:schemeClr val="tx1"/>
                </a:solidFill>
              </a:rPr>
              <a:t>:</a:t>
            </a:r>
            <a:br>
              <a:rPr lang="en-IN" sz="2800" dirty="0" smtClean="0">
                <a:solidFill>
                  <a:schemeClr val="tx1"/>
                </a:solidFill>
              </a:rPr>
            </a:br>
            <a:r>
              <a:rPr lang="en-US" sz="2800" dirty="0"/>
              <a:t>Which pizza size is ordered the most?</a:t>
            </a:r>
            <a:endParaRPr lang="en-IN" sz="2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Input: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226695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 smtClean="0"/>
              <a:t>Output:</a:t>
            </a:r>
            <a:endParaRPr lang="en-IN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571" y="2533014"/>
            <a:ext cx="3053679" cy="1257475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2" y="2533014"/>
            <a:ext cx="4396339" cy="224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1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0000"/>
                </a:solidFill>
              </a:rPr>
              <a:t>Top 5 Pizza Types by </a:t>
            </a:r>
            <a:r>
              <a:rPr lang="en-US" sz="4000" dirty="0" smtClean="0">
                <a:solidFill>
                  <a:srgbClr val="FF0000"/>
                </a:solidFill>
              </a:rPr>
              <a:t>Quantity</a:t>
            </a:r>
            <a:r>
              <a:rPr lang="en-IN" sz="4000" dirty="0">
                <a:solidFill>
                  <a:srgbClr val="FF0000"/>
                </a:solidFill>
              </a:rPr>
              <a:t/>
            </a:r>
            <a:br>
              <a:rPr lang="en-IN" sz="4000" dirty="0">
                <a:solidFill>
                  <a:srgbClr val="FF0000"/>
                </a:solidFill>
              </a:rPr>
            </a:br>
            <a:r>
              <a:rPr lang="en-IN" sz="2800" dirty="0">
                <a:solidFill>
                  <a:schemeClr val="tx1"/>
                </a:solidFill>
              </a:rPr>
              <a:t>Question</a:t>
            </a:r>
            <a:r>
              <a:rPr lang="en-IN" sz="2800" dirty="0" smtClean="0">
                <a:solidFill>
                  <a:schemeClr val="tx1"/>
                </a:solidFill>
              </a:rPr>
              <a:t>:</a:t>
            </a:r>
            <a:br>
              <a:rPr lang="en-IN" sz="2800" dirty="0" smtClean="0">
                <a:solidFill>
                  <a:schemeClr val="tx1"/>
                </a:solidFill>
              </a:rPr>
            </a:br>
            <a:r>
              <a:rPr lang="en-US" sz="2800" dirty="0"/>
              <a:t>What are the top 5 most ordered pizza types?</a:t>
            </a:r>
            <a:endParaRPr lang="en-IN" sz="2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Input: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23100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 smtClean="0"/>
              <a:t>Output:</a:t>
            </a:r>
            <a:endParaRPr lang="en-IN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494" y="2533014"/>
            <a:ext cx="3299855" cy="1467486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2" y="2533014"/>
            <a:ext cx="4396339" cy="22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1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solidFill>
                  <a:srgbClr val="FF0000"/>
                </a:solidFill>
              </a:rPr>
              <a:t>Category-wise </a:t>
            </a:r>
            <a:r>
              <a:rPr lang="en-IN" sz="4000" dirty="0" smtClean="0">
                <a:solidFill>
                  <a:srgbClr val="FF0000"/>
                </a:solidFill>
              </a:rPr>
              <a:t>Revenue</a:t>
            </a:r>
            <a:r>
              <a:rPr lang="en-IN" sz="4000" dirty="0">
                <a:solidFill>
                  <a:srgbClr val="FF0000"/>
                </a:solidFill>
              </a:rPr>
              <a:t/>
            </a:r>
            <a:br>
              <a:rPr lang="en-IN" sz="4000" dirty="0">
                <a:solidFill>
                  <a:srgbClr val="FF0000"/>
                </a:solidFill>
              </a:rPr>
            </a:br>
            <a:r>
              <a:rPr lang="en-IN" sz="2800" dirty="0">
                <a:solidFill>
                  <a:schemeClr val="tx1"/>
                </a:solidFill>
              </a:rPr>
              <a:t>Question</a:t>
            </a:r>
            <a:r>
              <a:rPr lang="en-IN" sz="2800" dirty="0" smtClean="0">
                <a:solidFill>
                  <a:schemeClr val="tx1"/>
                </a:solidFill>
              </a:rPr>
              <a:t>:</a:t>
            </a:r>
            <a:br>
              <a:rPr lang="en-IN" sz="2800" dirty="0" smtClean="0">
                <a:solidFill>
                  <a:schemeClr val="tx1"/>
                </a:solidFill>
              </a:rPr>
            </a:br>
            <a:r>
              <a:rPr lang="en-US" sz="2800" dirty="0"/>
              <a:t>Which pizza categories generate the highest revenue?</a:t>
            </a:r>
            <a:endParaRPr lang="en-IN" sz="2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103313" y="2148842"/>
            <a:ext cx="4396338" cy="576262"/>
          </a:xfrm>
        </p:spPr>
        <p:txBody>
          <a:bodyPr/>
          <a:lstStyle/>
          <a:p>
            <a:r>
              <a:rPr lang="en-IN" dirty="0" smtClean="0"/>
              <a:t>Input: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103312" y="2767649"/>
            <a:ext cx="4396339" cy="325691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5665979" y="2148842"/>
            <a:ext cx="4396339" cy="576262"/>
          </a:xfrm>
        </p:spPr>
        <p:txBody>
          <a:bodyPr/>
          <a:lstStyle/>
          <a:p>
            <a:r>
              <a:rPr lang="en-IN" dirty="0" smtClean="0"/>
              <a:t>Output:</a:t>
            </a:r>
            <a:endParaRPr lang="en-IN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979" y="2767649"/>
            <a:ext cx="3610479" cy="1747201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2" y="2767649"/>
            <a:ext cx="4396339" cy="325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4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solidFill>
                  <a:srgbClr val="FF0000"/>
                </a:solidFill>
              </a:rPr>
              <a:t>Cumulative Revenue </a:t>
            </a:r>
            <a:r>
              <a:rPr lang="en-IN" sz="4000" dirty="0" smtClean="0">
                <a:solidFill>
                  <a:srgbClr val="FF0000"/>
                </a:solidFill>
              </a:rPr>
              <a:t>Over Time</a:t>
            </a:r>
            <a:r>
              <a:rPr lang="en-IN" sz="4000" dirty="0">
                <a:solidFill>
                  <a:srgbClr val="FF0000"/>
                </a:solidFill>
              </a:rPr>
              <a:t/>
            </a:r>
            <a:br>
              <a:rPr lang="en-IN" sz="4000" dirty="0">
                <a:solidFill>
                  <a:srgbClr val="FF0000"/>
                </a:solidFill>
              </a:rPr>
            </a:br>
            <a:r>
              <a:rPr lang="en-IN" sz="2800" dirty="0">
                <a:solidFill>
                  <a:schemeClr val="tx1"/>
                </a:solidFill>
              </a:rPr>
              <a:t>Question</a:t>
            </a:r>
            <a:r>
              <a:rPr lang="en-IN" sz="2800" dirty="0" smtClean="0">
                <a:solidFill>
                  <a:schemeClr val="tx1"/>
                </a:solidFill>
              </a:rPr>
              <a:t>:</a:t>
            </a:r>
            <a:br>
              <a:rPr lang="en-IN" sz="2800" dirty="0" smtClean="0">
                <a:solidFill>
                  <a:schemeClr val="tx1"/>
                </a:solidFill>
              </a:rPr>
            </a:br>
            <a:r>
              <a:rPr lang="en-US" sz="2800" dirty="0"/>
              <a:t>How does revenue grow over time?</a:t>
            </a:r>
            <a:endParaRPr lang="en-IN" sz="2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Input: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236189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 smtClean="0"/>
              <a:t>Output</a:t>
            </a:r>
            <a:endParaRPr lang="en-IN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495" y="2533014"/>
            <a:ext cx="3258005" cy="1515111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2" y="2533014"/>
            <a:ext cx="4396339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082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solidFill>
                  <a:srgbClr val="FF0000"/>
                </a:solidFill>
              </a:rPr>
              <a:t>Top 3 Pizza Types per </a:t>
            </a:r>
            <a:r>
              <a:rPr lang="en-IN" sz="4000" dirty="0" smtClean="0">
                <a:solidFill>
                  <a:srgbClr val="FF0000"/>
                </a:solidFill>
              </a:rPr>
              <a:t>Category</a:t>
            </a:r>
            <a:r>
              <a:rPr lang="en-IN" sz="4000" dirty="0">
                <a:solidFill>
                  <a:srgbClr val="FF0000"/>
                </a:solidFill>
              </a:rPr>
              <a:t/>
            </a:r>
            <a:br>
              <a:rPr lang="en-IN" sz="4000" dirty="0">
                <a:solidFill>
                  <a:srgbClr val="FF0000"/>
                </a:solidFill>
              </a:rPr>
            </a:br>
            <a:r>
              <a:rPr lang="en-IN" sz="2800" dirty="0">
                <a:solidFill>
                  <a:schemeClr val="tx1"/>
                </a:solidFill>
              </a:rPr>
              <a:t>Question</a:t>
            </a:r>
            <a:r>
              <a:rPr lang="en-IN" sz="2800" dirty="0" smtClean="0">
                <a:solidFill>
                  <a:schemeClr val="tx1"/>
                </a:solidFill>
              </a:rPr>
              <a:t>:</a:t>
            </a:r>
            <a:br>
              <a:rPr lang="en-IN" sz="2800" dirty="0" smtClean="0">
                <a:solidFill>
                  <a:schemeClr val="tx1"/>
                </a:solidFill>
              </a:rPr>
            </a:br>
            <a:r>
              <a:rPr lang="en-US" sz="2800" dirty="0"/>
              <a:t>What are the top 3 pizza types by revenue in each category?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135613" y="2193131"/>
            <a:ext cx="4396338" cy="576262"/>
          </a:xfrm>
        </p:spPr>
        <p:txBody>
          <a:bodyPr/>
          <a:lstStyle/>
          <a:p>
            <a:r>
              <a:rPr lang="en-IN" dirty="0" smtClean="0"/>
              <a:t>Input:</a:t>
            </a:r>
            <a:endParaRPr lang="en-IN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63" y="2913011"/>
            <a:ext cx="4397375" cy="3668815"/>
          </a:xfrm>
        </p:spPr>
      </p:pic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5654495" y="2193131"/>
            <a:ext cx="4396339" cy="576262"/>
          </a:xfrm>
        </p:spPr>
        <p:txBody>
          <a:bodyPr/>
          <a:lstStyle/>
          <a:p>
            <a:r>
              <a:rPr lang="en-IN" dirty="0" smtClean="0"/>
              <a:t>Output:</a:t>
            </a:r>
            <a:endParaRPr lang="en-IN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231" y="2913010"/>
            <a:ext cx="3772426" cy="1773289"/>
          </a:xfrm>
        </p:spPr>
      </p:pic>
    </p:spTree>
    <p:extLst>
      <p:ext uri="{BB962C8B-B14F-4D97-AF65-F5344CB8AC3E}">
        <p14:creationId xmlns:p14="http://schemas.microsoft.com/office/powerpoint/2010/main" val="396991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129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Wingdings</vt:lpstr>
      <vt:lpstr>Wingdings 3</vt:lpstr>
      <vt:lpstr>Ion</vt:lpstr>
      <vt:lpstr>Pizza Sales Analysis</vt:lpstr>
      <vt:lpstr>Project Overview</vt:lpstr>
      <vt:lpstr>Tools &amp; SQL Concepts Used</vt:lpstr>
      <vt:lpstr>Total Orders Question: What is the total number of orders placed?</vt:lpstr>
      <vt:lpstr>Total Revenue Question: What is the total revenue generated from pizza sales?</vt:lpstr>
      <vt:lpstr>Most Common Pizza Size Question: Which pizza size is ordered the most?</vt:lpstr>
      <vt:lpstr>Top 5 Pizza Types by Quantity Question: What are the top 5 most ordered pizza types?</vt:lpstr>
      <vt:lpstr>Category-wise Revenue Question: Which pizza categories generate the highest revenue?</vt:lpstr>
      <vt:lpstr>Cumulative Revenue Over Time Question: How does revenue grow over time?</vt:lpstr>
      <vt:lpstr>Top 3 Pizza Types per Category Question: What are the top 3 pizza types by revenue in each category?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 PC</dc:creator>
  <cp:lastModifiedBy>LENOVO PC</cp:lastModifiedBy>
  <cp:revision>13</cp:revision>
  <dcterms:created xsi:type="dcterms:W3CDTF">2025-12-24T10:54:21Z</dcterms:created>
  <dcterms:modified xsi:type="dcterms:W3CDTF">2025-12-24T13:03:48Z</dcterms:modified>
</cp:coreProperties>
</file>